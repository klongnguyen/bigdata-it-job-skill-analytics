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722bd94e814fb7" /><Relationship Type="http://schemas.openxmlformats.org/officeDocument/2006/relationships/extended-properties" Target="/docProps/app.xml" Id="R7620fc22a6a548da" /><Relationship Type="http://schemas.openxmlformats.org/officeDocument/2006/relationships/officeDocument" Target="/ppt/presentation.xml" Id="R76a93e3b5aba44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4a21329694603"/>
  </p:sldMasterIdLst>
  <p:notesMasterIdLst>
    <p:notesMasterId xmlns:r="http://schemas.openxmlformats.org/officeDocument/2006/relationships" r:id="R3c05a9d898c646dd"/>
  </p:notesMasterIdLst>
  <p:sldIdLst>
    <p:sldId xmlns:r="http://schemas.openxmlformats.org/officeDocument/2006/relationships" id="256" r:id="Re03ef466219d49f8"/>
    <p:sldId xmlns:r="http://schemas.openxmlformats.org/officeDocument/2006/relationships" id="257" r:id="R897e3dd9c5b94073"/>
    <p:sldId xmlns:r="http://schemas.openxmlformats.org/officeDocument/2006/relationships" id="258" r:id="R70a8e38d8cf94b92"/>
    <p:sldId xmlns:r="http://schemas.openxmlformats.org/officeDocument/2006/relationships" id="259" r:id="Rfa31792c125847f8"/>
    <p:sldId xmlns:r="http://schemas.openxmlformats.org/officeDocument/2006/relationships" id="260" r:id="R4eb38885c73a4f69"/>
    <p:sldId xmlns:r="http://schemas.openxmlformats.org/officeDocument/2006/relationships" id="261" r:id="Ra7910412af884e01"/>
    <p:sldId xmlns:r="http://schemas.openxmlformats.org/officeDocument/2006/relationships" id="262" r:id="R6292c93c06754158"/>
    <p:sldId xmlns:r="http://schemas.openxmlformats.org/officeDocument/2006/relationships" id="263" r:id="R1c23aa8b4e564988"/>
    <p:sldId xmlns:r="http://schemas.openxmlformats.org/officeDocument/2006/relationships" id="264" r:id="R90f27bdcb5f447ea"/>
    <p:sldId xmlns:r="http://schemas.openxmlformats.org/officeDocument/2006/relationships" id="265" r:id="R10aaf159d66841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76408d16474c53" /><Relationship Type="http://schemas.openxmlformats.org/officeDocument/2006/relationships/slideMaster" Target="/ppt/slideMasters/slideMaster1.xml" Id="R0004a21329694603" /><Relationship Type="http://schemas.openxmlformats.org/officeDocument/2006/relationships/notesMaster" Target="/ppt/notesMasters/notesMaster1.xml" Id="R3c05a9d898c646dd" /><Relationship Type="http://schemas.openxmlformats.org/officeDocument/2006/relationships/presProps" Target="/ppt/presProps.xml" Id="Rb38a37edf2a34d7a" /><Relationship Type="http://schemas.openxmlformats.org/officeDocument/2006/relationships/tableStyles" Target="/ppt/tableStyles.xml" Id="R892d416e93b246bf" /><Relationship Type="http://schemas.openxmlformats.org/officeDocument/2006/relationships/slide" Target="/ppt/slides/slide1.xml" Id="Re03ef466219d49f8" /><Relationship Type="http://schemas.openxmlformats.org/officeDocument/2006/relationships/slide" Target="/ppt/slides/slide2.xml" Id="R897e3dd9c5b94073" /><Relationship Type="http://schemas.openxmlformats.org/officeDocument/2006/relationships/slide" Target="/ppt/slides/slide3.xml" Id="R70a8e38d8cf94b92" /><Relationship Type="http://schemas.openxmlformats.org/officeDocument/2006/relationships/slide" Target="/ppt/slides/slide4.xml" Id="Rfa31792c125847f8" /><Relationship Type="http://schemas.openxmlformats.org/officeDocument/2006/relationships/slide" Target="/ppt/slides/slide5.xml" Id="R4eb38885c73a4f69" /><Relationship Type="http://schemas.openxmlformats.org/officeDocument/2006/relationships/slide" Target="/ppt/slides/slide6.xml" Id="Ra7910412af884e01" /><Relationship Type="http://schemas.openxmlformats.org/officeDocument/2006/relationships/slide" Target="/ppt/slides/slide7.xml" Id="R6292c93c06754158" /><Relationship Type="http://schemas.openxmlformats.org/officeDocument/2006/relationships/slide" Target="/ppt/slides/slide8.xml" Id="R1c23aa8b4e564988" /><Relationship Type="http://schemas.openxmlformats.org/officeDocument/2006/relationships/slide" Target="/ppt/slides/slide9.xml" Id="R90f27bdcb5f447ea" /><Relationship Type="http://schemas.openxmlformats.org/officeDocument/2006/relationships/slide" Target="/ppt/slides/slide10.xml" Id="R10aaf159d668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68ae3593c641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dcf7e9ca31422a" /><Relationship Type="http://schemas.openxmlformats.org/officeDocument/2006/relationships/notesMaster" Target="/ppt/notesMasters/notesMaster1.xml" Id="Ref1023cd9f324f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98b6ddb54c4ded" /><Relationship Type="http://schemas.openxmlformats.org/officeDocument/2006/relationships/notesMaster" Target="/ppt/notesMasters/notesMaster1.xml" Id="R8e5395eeaa2c49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1a5e1977234c4b" /><Relationship Type="http://schemas.openxmlformats.org/officeDocument/2006/relationships/notesMaster" Target="/ppt/notesMasters/notesMaster1.xml" Id="Rb0b2781a791040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5ea41063014768" /><Relationship Type="http://schemas.openxmlformats.org/officeDocument/2006/relationships/notesMaster" Target="/ppt/notesMasters/notesMaster1.xml" Id="Rcdc9ec250ece47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d12ea438914269" /><Relationship Type="http://schemas.openxmlformats.org/officeDocument/2006/relationships/notesMaster" Target="/ppt/notesMasters/notesMaster1.xml" Id="Rd4d398315cdf44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c22017923c4e8a" /><Relationship Type="http://schemas.openxmlformats.org/officeDocument/2006/relationships/notesMaster" Target="/ppt/notesMasters/notesMaster1.xml" Id="R63748d7163ce4f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fb8a33dbc64388" /><Relationship Type="http://schemas.openxmlformats.org/officeDocument/2006/relationships/notesMaster" Target="/ppt/notesMasters/notesMaster1.xml" Id="R3ffe3e3345ff4b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ac1f6a62654c62" /><Relationship Type="http://schemas.openxmlformats.org/officeDocument/2006/relationships/notesMaster" Target="/ppt/notesMasters/notesMaster1.xml" Id="Ra87f2397716044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352778228a46ae" /><Relationship Type="http://schemas.openxmlformats.org/officeDocument/2006/relationships/notesMaster" Target="/ppt/notesMasters/notesMaster1.xml" Id="R577d8cb433bf4f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64856c924b4482" /><Relationship Type="http://schemas.openxmlformats.org/officeDocument/2006/relationships/notesMaster" Target="/ppt/notesMasters/notesMaster1.xml" Id="R34b0eff0c17342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24d6f1c344f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eb531103a4e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8d00b1d4240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cf5b4b2804c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43e2a0cbc4b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d81a5190441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42612E-C1F4-49B7-849B-1D4D983DDF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138E63-F245-47B8-8016-CC8EA6FC8C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F7E394-D2C0-4268-B594-64C61584A7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396A16-D41F-4ABF-B0F2-89792BF7C1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A08F0E-FA3B-4B44-9738-054E12B12A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BFB66D-0FDF-45F5-A6F9-6029D07ED6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B56436-72AA-4DC5-8A77-81B690E1F2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0769BC-C0AA-40B3-B7C5-FC2535E2FB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C9562F-6FB1-433E-9B27-7B38D91D15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58196E-9F2D-4440-A38F-B964F781A6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c506c741dd4e4f" /><Relationship Type="http://schemas.openxmlformats.org/officeDocument/2006/relationships/slideLayout" Target="/ppt/slideLayouts/slideLayout1.xml" Id="R0f5b4451d14c465d" /><Relationship Type="http://schemas.openxmlformats.org/officeDocument/2006/relationships/slideLayout" Target="/ppt/slideLayouts/slideLayout2.xml" Id="R526d4b0a998c432b" /><Relationship Type="http://schemas.openxmlformats.org/officeDocument/2006/relationships/slideLayout" Target="/ppt/slideLayouts/slideLayout3.xml" Id="R14721451e19d4faf" /><Relationship Type="http://schemas.openxmlformats.org/officeDocument/2006/relationships/slideLayout" Target="/ppt/slideLayouts/slideLayout4.xml" Id="R736257a1b40844ea" /><Relationship Type="http://schemas.openxmlformats.org/officeDocument/2006/relationships/slideLayout" Target="/ppt/slideLayouts/slideLayout5.xml" Id="R7c718bf66e624e17" /><Relationship Type="http://schemas.openxmlformats.org/officeDocument/2006/relationships/slideLayout" Target="/ppt/slideLayouts/slideLayout6.xml" Id="Rec9b5ad526e842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b4451d14c465d"/>
    <p:sldLayoutId xmlns:r="http://schemas.openxmlformats.org/officeDocument/2006/relationships" id="2147483650" r:id="R526d4b0a998c432b"/>
    <p:sldLayoutId xmlns:r="http://schemas.openxmlformats.org/officeDocument/2006/relationships" id="2147483651" r:id="R14721451e19d4faf"/>
    <p:sldLayoutId xmlns:r="http://schemas.openxmlformats.org/officeDocument/2006/relationships" id="2147483652" r:id="R736257a1b40844ea"/>
    <p:sldLayoutId xmlns:r="http://schemas.openxmlformats.org/officeDocument/2006/relationships" id="2147483653" r:id="R7c718bf66e624e17"/>
    <p:sldLayoutId xmlns:r="http://schemas.openxmlformats.org/officeDocument/2006/relationships" id="2147483654" r:id="Rec9b5ad526e842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ad6b6cb864e9d" /><Relationship Type="http://schemas.openxmlformats.org/officeDocument/2006/relationships/notesSlide" Target="/ppt/notesSlides/notesSlide1.xml" Id="R39b4c8ca809a43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73ef32a0341d7" /><Relationship Type="http://schemas.openxmlformats.org/officeDocument/2006/relationships/notesSlide" Target="/ppt/notesSlides/notesSlide2.xml" Id="R7c6cde7d672a41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6098822a246cf" /><Relationship Type="http://schemas.openxmlformats.org/officeDocument/2006/relationships/notesSlide" Target="/ppt/notesSlides/notesSlide3.xml" Id="R82b4ce1949734e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395163b8b4da5" /><Relationship Type="http://schemas.openxmlformats.org/officeDocument/2006/relationships/chart" Target="/ppt/slides/charts/chart1.xml" Id="Rc927ba6a01374aa2" /><Relationship Type="http://schemas.openxmlformats.org/officeDocument/2006/relationships/notesSlide" Target="/ppt/notesSlides/notesSlide4.xml" Id="R144153385fca41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c9a9440fe4d0c" /><Relationship Type="http://schemas.openxmlformats.org/officeDocument/2006/relationships/notesSlide" Target="/ppt/notesSlides/notesSlide5.xml" Id="Rf5e8b72b715f44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4771ec30446d4" /><Relationship Type="http://schemas.openxmlformats.org/officeDocument/2006/relationships/notesSlide" Target="/ppt/notesSlides/notesSlide6.xml" Id="R5ed7a6f7ac7547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bb514fba64bdc" /><Relationship Type="http://schemas.openxmlformats.org/officeDocument/2006/relationships/notesSlide" Target="/ppt/notesSlides/notesSlide7.xml" Id="R6c70bdd2d8c74c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5de41731734d2a" /><Relationship Type="http://schemas.openxmlformats.org/officeDocument/2006/relationships/notesSlide" Target="/ppt/notesSlides/notesSlide8.xml" Id="Re2c06a88cdf844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174048002c4ae5" /><Relationship Type="http://schemas.openxmlformats.org/officeDocument/2006/relationships/notesSlide" Target="/ppt/notesSlides/notesSlide9.xml" Id="Rc2074a000df440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a1c8970304006" /><Relationship Type="http://schemas.openxmlformats.org/officeDocument/2006/relationships/notesSlide" Target="/ppt/notesSlides/notesSlide10.xml" Id="R4f912ac24441405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ID nguồn</c:v>
          </c:tx>
          <c:spPr>
            <a:solidFill xmlns:a="http://schemas.openxmlformats.org/drawingml/2006/main">
              <a:srgbClr val="13786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Arbeitnow</c:v>
                </c:pt>
                <c:pt idx="1">
                  <c:v>Remotive</c:v>
                </c:pt>
                <c:pt idx="2">
                  <c:v>USAJOBS federal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12952</c:v>
                </c:pt>
                <c:pt idx="1">
                  <c:v>15</c:v>
                </c:pt>
                <c:pt idx="2">
                  <c:v>6739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7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404DC-4552-4753-BABC-41842CF5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BigData Job Analy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95FED-DEE0-4A56-8EFD-6406CC63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Phân tích nghề và kỹ năng IT từ tin tuyển dụng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F86FA-4386-4A29-8DF7-3FBA18E5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Báo cáo dự án · 15/10/2026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49691-B8CE-4519-8EFA-F311CE3C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9A6A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A6A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6A16"/>
                </a:solidFill>
                <a:latin typeface="Arial"/>
                <a:ea typeface="Arial"/>
                <a:cs typeface="Arial"/>
              </a:rPr>
              <a:t>Kết luận dự báo hiện tại: NO_GO</a:t>
            </a:r>
          </a:p>
        </p:txBody>
      </p:sp>
    </p:spTree>
    <p:extLst>
      <p:ext uri="{BB962C8B-B14F-4D97-AF65-F5344CB8AC3E}">
        <p14:creationId xmlns:p14="http://schemas.microsoft.com/office/powerpoint/2010/main" val="141529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99B3F-B820-4F90-8D6E-4CA6C529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02 / CÂU HỎI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A9B60-55BE-49B8-994C-C125CC3F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Phạm vi nghiên cứu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75436-8A2F-4458-990C-8967343F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Nguồn: FINAL_PLAN_BigData_IT_Job_Market_Skill_Forecasting.md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89FDB-B98D-43B7-ABA6-F61255A6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Tin tuyển dụng đã thu thập cho thấy nghề và kỹ năng nào xuất hiện theo tháng?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A85B6-D9B9-47AB-AF0A-B0153E50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MVP gồm 8 nhóm nghề IT. Mỗi phân tích giữ riêng nguồn và tháng quan sát.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9121B-8383-4D67-A43B-77E0639C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Việt Nam chưa nằm trong phạm vi MVP. Kết quả không đại diện toàn thị trường.</a:t>
            </a:r>
          </a:p>
        </p:txBody>
      </p:sp>
    </p:spTree>
    <p:extLst>
      <p:ext uri="{BB962C8B-B14F-4D97-AF65-F5344CB8AC3E}">
        <p14:creationId xmlns:p14="http://schemas.microsoft.com/office/powerpoint/2010/main" val="2007152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563ED-DE43-4081-AFCF-A791FC01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03 / KIẾN TRÚC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99B64-4510-4954-B018-60AA4783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Luồng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BD99F-708D-4551-85DF-FA4E8C5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Nguồn: README.md; docs/data/phase03_analytics_audit.json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7BD4A-DBEE-4CE7-8F7E-6665326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Bronze + manifest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BAD0F-86C7-4645-AAD0-EDE68131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145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Spark ETL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4AA03-368A-49BD-AA22-7E14046A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Silver + provenance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84443-46F6-467A-BB97-CA119AFB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Gold mô tả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0BDC1-AC2F-4D0A-AC35-6F9A3A0C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19500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Parquet / MongoDB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AB307-65D4-4B99-9752-95B7DEF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JobScope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05857-68CE-49E9-83D5-7EAECCAF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Mỗi run có ID, checksum và số dòng để truy vết.</a:t>
            </a:r>
          </a:p>
        </p:txBody>
      </p:sp>
    </p:spTree>
    <p:extLst>
      <p:ext uri="{BB962C8B-B14F-4D97-AF65-F5344CB8AC3E}">
        <p14:creationId xmlns:p14="http://schemas.microsoft.com/office/powerpoint/2010/main" val="2036893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F86FA-4A1D-4D9E-BADD-C8B0DEFC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04 / DỮ LIỆU MỚI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60DF-F267-4E59-B9AA-8238CDD2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Bronze 2026 theo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F44C1-D5D3-466E-AEF3-BEB7ADE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Nguồn: docs/data/2026_ingestion_audit.json · số ID nguồn duy nhất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3F2BC0F-7853-430C-8E68-1B572DEF9966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9906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27ba6a01374aa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97212-889B-49A4-A51F-D0D71C9C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Arbeitnow 12.952    Remotive 15    USAJOBS 6.739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8F872-5C79-414F-920F-092C10BD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Tổng 19.706 ID trong 23 run. USAJOBS thuộc riêng thị trường liên bang Mỹ.</a:t>
            </a:r>
          </a:p>
        </p:txBody>
      </p:sp>
    </p:spTree>
    <p:extLst>
      <p:ext uri="{BB962C8B-B14F-4D97-AF65-F5344CB8AC3E}">
        <p14:creationId xmlns:p14="http://schemas.microsoft.com/office/powerpoint/2010/main" val="1790917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7E716-2DFA-4280-97BF-E31627B1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05 / TÍCH HỢP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9BE87-3BC9-4C52-92DA-DA99B83A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HDFS vào Spark ETL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54B4B-CA80-47E7-B281-069AA28A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Nguồn: docs/data/m2_hdfs_etl_audit.json; HDFS FSCK 15/10/2026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9E1CC-E99E-4970-BD24-6A7952B6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666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52266-9590-43C1-9BD2-C1EAFB0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Bronze fresh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195D1-78FA-4FFC-AD7B-B3658483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661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5E25D-241A-4F5F-BAEC-E0BCB015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908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Silver và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53762-9468-472C-94E2-4571BD14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5 ID trùng được gộp. 0 quarantine.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EF5B3-2764-4C87-9188-0320D598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FSCK của run: HEALTHY. Lab có một DataNode và replica 1.</a:t>
            </a:r>
          </a:p>
        </p:txBody>
      </p:sp>
    </p:spTree>
    <p:extLst>
      <p:ext uri="{BB962C8B-B14F-4D97-AF65-F5344CB8AC3E}">
        <p14:creationId xmlns:p14="http://schemas.microsoft.com/office/powerpoint/2010/main" val="386638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5943C-A705-4DC6-9497-4B36BDCC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06 /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CA1F6-A0CC-4927-B2CF-B9E63BBB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Gold mô tả và cách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E75B8-9800-4E90-B018-095BD52F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Nguồn: docs/data/phase03_analytics_audit.json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37202-CE7E-4917-948E-40088030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715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786.300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0A732-21B0-43C2-A73B-05A0722A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tin Silver của run Gold đã khóa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209FB-0B26-43E9-830A-A8FBE4AB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5 bảng: market, occupation, skill evidence, skill stats, skill trends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BA556-F9D5-49EA-970A-326956A7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Tỷ lệ kỹ năng dùng mẫu số nghề; tháng thiếu để trống.</a:t>
            </a:r>
          </a:p>
        </p:txBody>
      </p:sp>
    </p:spTree>
    <p:extLst>
      <p:ext uri="{BB962C8B-B14F-4D97-AF65-F5344CB8AC3E}">
        <p14:creationId xmlns:p14="http://schemas.microsoft.com/office/powerpoint/2010/main" val="1637983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0D24C-4D13-4561-A779-206DB00F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07 /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4E1D5-5BE4-421E-BA6A-36AAFC53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Dashboard JobScope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6B120-FF5E-4E72-8881-277BA19A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Nguồn: dashboard/app.py; docs/data/mongo_serving_audit.json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A6F89-D4EB-44BF-B94F-9E14EF4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6 trang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2C426-EAD3-4112-ACEB-204412D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42E"/>
                </a:solidFill>
                <a:latin typeface="Arial"/>
                <a:ea typeface="Arial"/>
                <a:cs typeface="Arial"/>
              </a:rPr>
              <a:t>Tổng quan, nghề, kỹ năng, so sánh, bằng chứng dự báo và dữ liệu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21876-B65A-434F-B74E-B2392FFF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Parquet và MongoDB đọc cùng run Gold đã khóa.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C088F-5F0B-4785-9ECF-7E2FCF8C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Trang 2026 trình bày Bronze riêng, chưa đưa vào Gold.</a:t>
            </a:r>
          </a:p>
        </p:txBody>
      </p:sp>
    </p:spTree>
    <p:extLst>
      <p:ext uri="{BB962C8B-B14F-4D97-AF65-F5344CB8AC3E}">
        <p14:creationId xmlns:p14="http://schemas.microsoft.com/office/powerpoint/2010/main" val="1786228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0E81D-62DD-4757-89B9-F99A45DD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08 / KẾT LUẬN MÔ HÌNH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0F936-A8AD-4EDC-845A-648C6644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Cổng dự báo: NO_GO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2EAF9-CCE4-4A26-8540-53F0B2DF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Nguồn: docs/reviews/M7_NO_GO_ACCEPTANCE.md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6E80D-58B1-455F-941C-1B688518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9A6A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9A6A16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9A6A1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6B056-A9E6-4B79-91F2-5194CD94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95525"/>
            <a:ext cx="800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tháng không quan sát trong Gold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16C10-26BA-4459-8831-C5AC8F41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19 ô nghề–tháng dưới ngưỡng 30 tin. Nguồn và taxonomy chưa đủ kiểm định.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E54C1-063C-4819-B8CC-3013323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A6A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9A6A1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6A16"/>
                </a:solidFill>
                <a:latin typeface="Arial"/>
                <a:ea typeface="Arial"/>
                <a:cs typeface="Arial"/>
              </a:rPr>
              <a:t>Chưa huấn luyện model hoặc công bố nhãn dự báo.</a:t>
            </a:r>
          </a:p>
        </p:txBody>
      </p:sp>
    </p:spTree>
    <p:extLst>
      <p:ext uri="{BB962C8B-B14F-4D97-AF65-F5344CB8AC3E}">
        <p14:creationId xmlns:p14="http://schemas.microsoft.com/office/powerpoint/2010/main" val="2803023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F79FD-C41C-4C45-9B55-4D09D1D5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09 / CHẤT LƯỢNG KỸ THUẬT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FB4A0-8FB1-42B6-93F7-69F0F687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Bằng chứng kiểm thử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A2598-5CD7-4DEA-92D3-5669A763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Nguồn: docs/final/FINAL_REPORT_2026-10-15.md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0E7D7-6D3F-46EE-8323-11B2E0D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B83F6-A798-4F03-9BC6-E1462E61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test pipeline đạt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B190C-B0D1-47D5-8218-6899DC5F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955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1C81A-EECF-477B-8982-CCACACCD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861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test dashboard đạt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15A3B-839F-4ED6-924C-AC1943A1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MongoDB đọc lại 5 bảng. Dashboard Mongo trả HTTP 200.</a:t>
            </a:r>
          </a:p>
        </p:txBody>
      </p:sp>
    </p:spTree>
    <p:extLst>
      <p:ext uri="{BB962C8B-B14F-4D97-AF65-F5344CB8AC3E}">
        <p14:creationId xmlns:p14="http://schemas.microsoft.com/office/powerpoint/2010/main" val="2136110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03C7E-FD62-4184-A166-01CB1806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86D"/>
                </a:solidFill>
                <a:latin typeface="Arial"/>
                <a:ea typeface="Arial"/>
                <a:cs typeface="Arial"/>
              </a:rPr>
              <a:t>10 / BÀN GIAO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CA9B7-3726-4E99-9DA8-FF57CB59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2E"/>
                </a:solidFill>
                <a:latin typeface="Arial"/>
                <a:ea typeface="Arial"/>
                <a:cs typeface="Arial"/>
              </a:rPr>
              <a:t>Điều kiện nghiệm thu còn mở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A2869-D7FF-446B-8EFF-48C0D94D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966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65E"/>
                </a:solidFill>
                <a:latin typeface="Arial"/>
                <a:ea typeface="Arial"/>
                <a:cs typeface="Arial"/>
              </a:rPr>
              <a:t>Nguồn: docs/final/FINAL_REPORT_2026-10-15.md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B96A9-4F7F-405F-AE5B-C3D70339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2E"/>
                </a:solidFill>
                <a:latin typeface="Arial"/>
                <a:ea typeface="Arial"/>
                <a:cs typeface="Arial"/>
              </a:rPr>
              <a:t>1. Gán nhãn độc lập mẫu 95 JD và đánh giá taxonomy.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81D58-CC95-4697-9598-3A49CFD0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2E"/>
                </a:solidFill>
                <a:latin typeface="Arial"/>
                <a:ea typeface="Arial"/>
                <a:cs typeface="Arial"/>
              </a:rPr>
              <a:t>2. Thu snapshot nhiều kỳ và kiểm tra độ ổn định nguồn.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02B68-E25B-4F64-8B1C-55C598F3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4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2E"/>
                </a:solidFill>
                <a:latin typeface="Arial"/>
                <a:ea typeface="Arial"/>
                <a:cs typeface="Arial"/>
              </a:rPr>
              <a:t>3. Chấp thuận nhánh NO_GO và demo trên máy bàn giao.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54441-C19D-4528-BFFB-A6592430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9A6A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9A6A1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6A16"/>
                </a:solidFill>
                <a:latin typeface="Arial"/>
                <a:ea typeface="Arial"/>
                <a:cs typeface="Arial"/>
              </a:rPr>
              <a:t>Dự báo chỉ được xét lại khi dữ liệu qua cổng chất lượng.</a:t>
            </a:r>
          </a:p>
        </p:txBody>
      </p:sp>
    </p:spTree>
    <p:extLst>
      <p:ext uri="{BB962C8B-B14F-4D97-AF65-F5344CB8AC3E}">
        <p14:creationId xmlns:p14="http://schemas.microsoft.com/office/powerpoint/2010/main" val="654443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2026-10-15T07:06:01.5800000Z</dcterms:created>
  <dcterms:modified xsi:type="dcterms:W3CDTF">2026-10-15T07:06:01.5800000Z</dcterms:modified>
</coreProperties>
</file>